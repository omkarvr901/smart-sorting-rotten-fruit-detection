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F6E016-BBC8-4170-AA55-4EC4A24D48F0}" v="3" dt="2026-02-20T12:38:52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>
            <a:fillRect/>
          </a:stretch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822FC36-CFEE-47B6-940F-22E3E486516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CD545-7A67-404B-8678-5E6FEBCF4D30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445" y="1927225"/>
            <a:ext cx="7357110" cy="1123315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for Identifying Rotten Fruits and Vegetables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32935" y="3937635"/>
            <a:ext cx="6099810" cy="257873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 </a:t>
            </a:r>
            <a:r>
              <a:rPr lang="en-US" b="1" dirty="0">
                <a:solidFill>
                  <a:schemeClr val="tx2">
                    <a:lumMod val="90000"/>
                  </a:schemeClr>
                </a:solidFill>
              </a:rPr>
              <a:t>MANDALI OMKAR</a:t>
            </a:r>
          </a:p>
          <a:p>
            <a:r>
              <a:rPr lang="en-IN" b="1" dirty="0">
                <a:solidFill>
                  <a:schemeClr val="tx2">
                    <a:lumMod val="90000"/>
                  </a:schemeClr>
                </a:solidFill>
              </a:rPr>
              <a:t> </a:t>
            </a:r>
            <a:r>
              <a:rPr lang="en-IN" b="1" dirty="0" err="1">
                <a:solidFill>
                  <a:schemeClr val="tx2">
                    <a:lumMod val="90000"/>
                  </a:schemeClr>
                </a:solidFill>
              </a:rPr>
              <a:t>Madarapu</a:t>
            </a:r>
            <a:r>
              <a:rPr lang="en-IN" b="1" dirty="0">
                <a:solidFill>
                  <a:schemeClr val="tx2">
                    <a:lumMod val="90000"/>
                  </a:schemeClr>
                </a:solidFill>
              </a:rPr>
              <a:t> Pradeep</a:t>
            </a:r>
          </a:p>
          <a:p>
            <a:r>
              <a:rPr lang="en-IN" b="1" dirty="0">
                <a:solidFill>
                  <a:schemeClr val="tx2">
                    <a:lumMod val="90000"/>
                  </a:schemeClr>
                </a:solidFill>
              </a:rPr>
              <a:t> Sai Surya Kumar </a:t>
            </a:r>
            <a:r>
              <a:rPr lang="en-IN" b="1" dirty="0" err="1">
                <a:solidFill>
                  <a:schemeClr val="tx2">
                    <a:lumMod val="90000"/>
                  </a:schemeClr>
                </a:solidFill>
              </a:rPr>
              <a:t>Kurupuri</a:t>
            </a:r>
            <a:endParaRPr lang="en-IN" b="1" dirty="0">
              <a:solidFill>
                <a:schemeClr val="tx2">
                  <a:lumMod val="90000"/>
                </a:schemeClr>
              </a:solidFill>
            </a:endParaRPr>
          </a:p>
          <a:p>
            <a:r>
              <a:rPr lang="en-IN" b="1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en-IN" b="1" dirty="0" err="1">
                <a:solidFill>
                  <a:schemeClr val="tx2">
                    <a:lumMod val="90000"/>
                  </a:schemeClr>
                </a:solidFill>
              </a:rPr>
              <a:t>Arigela</a:t>
            </a:r>
            <a:r>
              <a:rPr lang="en-IN" b="1" dirty="0">
                <a:solidFill>
                  <a:schemeClr val="tx2">
                    <a:lumMod val="90000"/>
                  </a:schemeClr>
                </a:solidFill>
              </a:rPr>
              <a:t> Sriram</a:t>
            </a:r>
          </a:p>
          <a:p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5409565" y="3415665"/>
            <a:ext cx="6781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</a:t>
            </a:r>
            <a:endParaRPr lang="en-US" sz="2800"/>
          </a:p>
        </p:txBody>
      </p:sp>
      <p:sp>
        <p:nvSpPr>
          <p:cNvPr id="5" name="Text Box 4"/>
          <p:cNvSpPr txBox="1"/>
          <p:nvPr/>
        </p:nvSpPr>
        <p:spPr>
          <a:xfrm>
            <a:off x="3310255" y="701675"/>
            <a:ext cx="5571490" cy="8604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5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SMART SORTING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3258" y="511628"/>
            <a:ext cx="103632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47058" y="1484039"/>
            <a:ext cx="1105085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of Spoilage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Identifying rotten produce is essential to reduce food waste, ensure consumer safety, and maintain product quality.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 via Transfer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 pre-trained deep learning models to classify images of fruits and vegetables as fresh or rotten, requiring less data and training 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Manual inspection of fruits and vegetables is slow, inconsistent, and not scalable for large supply chains.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Helps vendors, retailers, and distributors make faster, more accurate decisions, improving efficiency and reducing economic and health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2886" y="457200"/>
            <a:ext cx="11059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72886" y="1394662"/>
            <a:ext cx="990595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pre-trained convolutional neural networks (CNNs) to reduce training time and improve accuracy.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classification with high precision and recall, even with limited labeled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scalable and efficient solution for real-time detection in agricultural and retail environments.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 in reducing food waste and improving quality control in the food supply 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9334" y="620142"/>
            <a:ext cx="976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39334" y="1443841"/>
            <a:ext cx="1036641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Manual detection of rotten fruits and vegetables is inefficient, inconsistent, and unsuitable for large-scale operations.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 transfer learning with pre-trained CNN models to classify images of produce as fresh or rotten.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&amp; 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Transfer learning enables high accuracy even with limited data and reduces the need for extensive training from scratch.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Impact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Helps reduce food waste, improve quality control, and enhance decision-making in agriculture and retail sectors.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6903" y="963934"/>
            <a:ext cx="9278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903" y="1826434"/>
            <a:ext cx="10231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Sourced from Kaggle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 and Vegetable Disease (Healthy vs Rotten)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78029" y="2370459"/>
            <a:ext cx="1035572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Resizing images to a fixed input size (e.g., 224x224 pixels).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and augmentation (rotation, flipping, zooming) to increase model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Splitting into training, validation, and test 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8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8522" y="587141"/>
            <a:ext cx="8989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1519" y="1326384"/>
            <a:ext cx="1095355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 &amp; Normalization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All images are resized (e.g., 224x224 pixels) and pixel values are scaled to [0, 1] for consistency and faster training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Images are labeled as 'Fresh' or 'Rotten' and converted into numerical format using label or one-hot encoding.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Techniques like rotation, flipping, zooming, and brightness adjustment are applied to increase data variety and prevent overfitting.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dataset is divided into training, validation, and test sets (e.g., 70/15/15) to train and evaluate the model properly.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909" y="1636295"/>
            <a:ext cx="5784784" cy="3994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1145406" y="828955"/>
            <a:ext cx="6121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7339" y="1742173"/>
            <a:ext cx="473562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(Training and Testing)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Algorithm (Transfer Learning)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Prediction via UI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5780" y="820045"/>
            <a:ext cx="7757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12783" y="1597794"/>
            <a:ext cx="7007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5780" y="1469145"/>
            <a:ext cx="691093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Transfer Learning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Freezing Base Model Layers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Fine-Tuning Top Layers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Batch-wise Training with Data Augmentation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 and Optimizer Selection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and Model Checkpointing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during Training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Monitoring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2408" y="724261"/>
            <a:ext cx="6978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06905" y="1600800"/>
            <a:ext cx="643930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Supermarkets and Retail Chains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Supply Chain and Warehousing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Agriculture and Farming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Grocery Platforms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Sorting Systems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86038" y="733885"/>
            <a:ext cx="7719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6038" y="1549667"/>
            <a:ext cx="7565457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the use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accurately classify fruits and vegetables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or rotten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By leveraging pre-trained models, the system achieved high performance with limited training data, reducing both time and computational cost. The approach proves to be effective, scalable, and applicable in real-world scenarios such as retail, agriculture, and supply chain management. Ultimately, this solution contributes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food waste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product quality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automation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food inspection processes.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7163" y="491127"/>
            <a:ext cx="8046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57163" y="1340917"/>
            <a:ext cx="593878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 and More Diverse Datasets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and IoT Integration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8325" y="2517005"/>
            <a:ext cx="72129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8</TotalTime>
  <Words>641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Times New Roman</vt:lpstr>
      <vt:lpstr>Wingdings</vt:lpstr>
      <vt:lpstr>Wingdings 3</vt:lpstr>
      <vt:lpstr>Ion</vt:lpstr>
      <vt:lpstr>Transfer Learning for Identifying Rotten Fruits and Vegetables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Pola Nanda kishore</dc:creator>
  <cp:lastModifiedBy>ramu anuparthi</cp:lastModifiedBy>
  <cp:revision>5</cp:revision>
  <dcterms:created xsi:type="dcterms:W3CDTF">2025-06-30T16:02:55Z</dcterms:created>
  <dcterms:modified xsi:type="dcterms:W3CDTF">2026-02-20T12:42:07Z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1033-11.1.0.11719</vt:lpwstr>
  </property>
</Properties>
</file>